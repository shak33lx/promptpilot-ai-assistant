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7b652b8abf4dba" /><Relationship Type="http://schemas.openxmlformats.org/officeDocument/2006/relationships/extended-properties" Target="/docProps/app.xml" Id="R1edeafae169345f1" /><Relationship Type="http://schemas.openxmlformats.org/officeDocument/2006/relationships/officeDocument" Target="/ppt/presentation.xml" Id="R883cead11ddc43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ee1230848740fa"/>
  </p:sldMasterIdLst>
  <p:notesMasterIdLst>
    <p:notesMasterId xmlns:r="http://schemas.openxmlformats.org/officeDocument/2006/relationships" r:id="R7b9d303a5e3c4413"/>
  </p:notesMasterIdLst>
  <p:sldIdLst>
    <p:sldId xmlns:r="http://schemas.openxmlformats.org/officeDocument/2006/relationships" id="256" r:id="R6d287e90e9b74699"/>
    <p:sldId xmlns:r="http://schemas.openxmlformats.org/officeDocument/2006/relationships" id="257" r:id="Rb1cd09d200d44bdf"/>
    <p:sldId xmlns:r="http://schemas.openxmlformats.org/officeDocument/2006/relationships" id="258" r:id="R4b5eca4fa09841bb"/>
    <p:sldId xmlns:r="http://schemas.openxmlformats.org/officeDocument/2006/relationships" id="259" r:id="R64f1683681bc4d6a"/>
    <p:sldId xmlns:r="http://schemas.openxmlformats.org/officeDocument/2006/relationships" id="260" r:id="R3e4b4af2091b45cd"/>
    <p:sldId xmlns:r="http://schemas.openxmlformats.org/officeDocument/2006/relationships" id="261" r:id="Rec628111d56a45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27c72088a84e12" /><Relationship Type="http://schemas.openxmlformats.org/officeDocument/2006/relationships/slideMaster" Target="/ppt/slideMasters/slideMaster1.xml" Id="Rd5ee1230848740fa" /><Relationship Type="http://schemas.openxmlformats.org/officeDocument/2006/relationships/notesMaster" Target="/ppt/notesMasters/notesMaster1.xml" Id="R7b9d303a5e3c4413" /><Relationship Type="http://schemas.openxmlformats.org/officeDocument/2006/relationships/presProps" Target="/ppt/presProps.xml" Id="R4e0aa89c40104f46" /><Relationship Type="http://schemas.openxmlformats.org/officeDocument/2006/relationships/tableStyles" Target="/ppt/tableStyles.xml" Id="Rbd9fd2805ca04567" /><Relationship Type="http://schemas.openxmlformats.org/officeDocument/2006/relationships/slide" Target="/ppt/slides/slide1.xml" Id="R6d287e90e9b74699" /><Relationship Type="http://schemas.openxmlformats.org/officeDocument/2006/relationships/slide" Target="/ppt/slides/slide2.xml" Id="Rb1cd09d200d44bdf" /><Relationship Type="http://schemas.openxmlformats.org/officeDocument/2006/relationships/slide" Target="/ppt/slides/slide3.xml" Id="R4b5eca4fa09841bb" /><Relationship Type="http://schemas.openxmlformats.org/officeDocument/2006/relationships/slide" Target="/ppt/slides/slide4.xml" Id="R64f1683681bc4d6a" /><Relationship Type="http://schemas.openxmlformats.org/officeDocument/2006/relationships/slide" Target="/ppt/slides/slide5.xml" Id="R3e4b4af2091b45cd" /><Relationship Type="http://schemas.openxmlformats.org/officeDocument/2006/relationships/slide" Target="/ppt/slides/slide6.xml" Id="Rec628111d56a45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e3235971014c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cc1f0645aa493e" /><Relationship Type="http://schemas.openxmlformats.org/officeDocument/2006/relationships/notesMaster" Target="/ppt/notesMasters/notesMaster1.xml" Id="Rd133e7e409044f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f851b89de74ded" /><Relationship Type="http://schemas.openxmlformats.org/officeDocument/2006/relationships/notesMaster" Target="/ppt/notesMasters/notesMaster1.xml" Id="R7bf1ab19cd134c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44c80662d04e52" /><Relationship Type="http://schemas.openxmlformats.org/officeDocument/2006/relationships/notesMaster" Target="/ppt/notesMasters/notesMaster1.xml" Id="R90efa7e0bbd14a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a8f4b07c554bda" /><Relationship Type="http://schemas.openxmlformats.org/officeDocument/2006/relationships/notesMaster" Target="/ppt/notesMasters/notesMaster1.xml" Id="R4eb99cbe39e949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f365b0bab84526" /><Relationship Type="http://schemas.openxmlformats.org/officeDocument/2006/relationships/notesMaster" Target="/ppt/notesMasters/notesMaster1.xml" Id="R84cd0cafdeac4a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c21af0fbfd4aed" /><Relationship Type="http://schemas.openxmlformats.org/officeDocument/2006/relationships/notesMaster" Target="/ppt/notesMasters/notesMaster1.xml" Id="R55de2ed03ad747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96fad510946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7db27e992744f0" /><Relationship Type="http://schemas.openxmlformats.org/officeDocument/2006/relationships/slideLayout" Target="/ppt/slideLayouts/slideLayout1.xml" Id="R9dac2005b1aa4f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ac2005b1aa4f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415250e454e64" /><Relationship Type="http://schemas.openxmlformats.org/officeDocument/2006/relationships/notesSlide" Target="/ppt/notesSlides/notesSlide1.xml" Id="R60e5d3e763674d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981bdb5704159" /><Relationship Type="http://schemas.openxmlformats.org/officeDocument/2006/relationships/notesSlide" Target="/ppt/notesSlides/notesSlide2.xml" Id="Reb1a77041a0644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6bbed46654378" /><Relationship Type="http://schemas.openxmlformats.org/officeDocument/2006/relationships/notesSlide" Target="/ppt/notesSlides/notesSlide3.xml" Id="Rf4ffc13becf140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416ce90324dee" /><Relationship Type="http://schemas.openxmlformats.org/officeDocument/2006/relationships/notesSlide" Target="/ppt/notesSlides/notesSlide4.xml" Id="R59fc1581227f43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61c290f764339" /><Relationship Type="http://schemas.openxmlformats.org/officeDocument/2006/relationships/notesSlide" Target="/ppt/notesSlides/notesSlide5.xml" Id="R412cdf2202d745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d09b519fa4a82" /><Relationship Type="http://schemas.openxmlformats.org/officeDocument/2006/relationships/notesSlide" Target="/ppt/notesSlides/notesSlide6.xml" Id="Rd5ead830182342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0A394A1-E64A-4A90-AB9D-DDD24484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PromptPilot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097787C-30D2-4B23-8F31-7DB7F923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prompt-engineering project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Web assistant + feedback loop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User guide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DBC18A9-E8C9-4035-8B46-5A0D5B78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ASSISTANT DEVELOPMENT</a:t>
            </a:r>
          </a:p>
        </p:txBody>
      </p:sp>
    </p:spTree>
    <p:extLst>
      <p:ext uri="{BB962C8B-B14F-4D97-AF65-F5344CB8AC3E}">
        <p14:creationId xmlns:p14="http://schemas.microsoft.com/office/powerpoint/2010/main" val="2311173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4980D8D7-9039-4B18-8A5E-F2AA9267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897BE06-1536-4A9A-9D09-1BC63BB3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C5AF0FF9-2F9F-45DD-B125-C409A5D4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58BEE7B4-BD1D-455F-BA1C-E23B8112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D6543D7-46C2-4F0D-AE88-D8B2AF65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assistant, four useful ways to help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0731CC5-1C7E-407D-BE46-BFD50366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Answer questions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392FB8D-0BF5-4C06-8787-FAA9E0C6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 &amp; advise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18373B1F-F589-4C14-8912-EB9BB8D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Summarize text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8909EFDE-3DD0-4C50-A567-685A8808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0F3D401-8AC1-4BD8-B7DD-27CCC335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96370571-7A47-4302-BA3D-39E32AF1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559143D7-81C7-4AE0-ACAA-641A4C38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FUNCTIONS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PromptPilot offers four clear modes so the user can choose the response style before writing a request.</a:t>
            </a:r>
          </a:p>
        </p:txBody>
      </p:sp>
    </p:spTree>
    <p:extLst>
      <p:ext uri="{BB962C8B-B14F-4D97-AF65-F5344CB8AC3E}">
        <p14:creationId xmlns:p14="http://schemas.microsoft.com/office/powerpoint/2010/main" val="2224949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2E65ABF-5BEE-40DE-B349-283C3773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164E027-6681-4746-8D76-5C5CD086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Prompt design: three approaches for each function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C984EF5-DCE9-4B16-B2B3-38DDA3FE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Prompt styles are selectable in the interface, so users can choose an answer that fits their goal.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5903194-C18B-4664-910A-7A20CD46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Quick fact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93D4BF99-1811-40FA-AA66-03F98DCD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58179654-12A3-47F1-968A-FF244A14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task includes three prompt variations. They change length, tone, structure, and level of detail while keeping the core purpose clear.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Examples: question prompts can be quick, beginner-friendly, or study-focused; summary prompts can be brief, structured, or note-based.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B51B4805-88D4-40C9-A3FE-BBA68D64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Explain simply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465D23B6-FBCE-4027-A0C8-E2EB9DA4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E24261F0-1D7C-4D6B-9894-3DA01E38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Study answer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18ED10A6-E84A-4D8F-A7BD-CC0872D7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31F89F05-57FD-4235-AD9B-F8B999AC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Brief summary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26245360-33BA-45EE-8D73-46F7CDDC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EEC98815-CC54-4AFA-97CC-3C3DFB3B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Action plan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53173B52-E504-42FF-858F-B6AB61CD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480565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9482977-B587-4CA1-8919-CF838690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995F198-7FC1-4CA0-9BFA-79B66755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to use PromptPilot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A9C7E01-1C4C-4CD3-AB66-07E6A4F6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9390E8C-E33D-4DB2-BDB1-8FF6357A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A75844F-BC4F-428C-B98B-7BAC6947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5C2377F-E5D0-48A1-B913-5DE1AF8E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E743039-EA00-4B17-AF12-176DDE52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AD957C6-A891-4411-A6F5-88B6B640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E103C3C6-9667-4A26-962F-406990BF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Choose prompt style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Pick one of the three prompt approaches for the response you want.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88C385B-F75F-463A-9987-C05A2000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Choose a task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 Answer, Summarize, Create, or Advise from the task menu.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FBC8664-3DCB-45B5-9F45-F83E9556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Write &amp; submit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Enter a request, click Ask PromptPilot, and read the response panel.</a:t>
            </a:r>
          </a:p>
        </p:txBody>
      </p:sp>
    </p:spTree>
    <p:extLst>
      <p:ext uri="{BB962C8B-B14F-4D97-AF65-F5344CB8AC3E}">
        <p14:creationId xmlns:p14="http://schemas.microsoft.com/office/powerpoint/2010/main" val="10668429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AF1FA2F-AF93-40D7-973C-5C13D09D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AB19224-E3C9-4DDB-B7E1-2B757D23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Feedback turns responses into a learning loop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6FBA582-1C76-47C0-837F-DEDDFBC3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After every response, users can say whether it was helpful.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D2DEBBB-6692-4A81-813D-770F1963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Yes, helpful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73B8B4E9-3A2C-4349-85B6-D0D72726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D0030BE2-B769-434E-AED9-7401088C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app records Yes/Not yet feedback with the selected function, original request, and response. This creates evidence for improving a prompt style.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When a response is not helpful, users can try another prompt style. The guide encourages refining specificity, format, and context.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EB99A0C-5618-434B-ADFB-576C58A4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 yet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17CC3DED-95EF-4461-AE92-62258AE8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A540864E-E0E3-4A39-AE44-F8B4DE5F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Record feedback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96630D52-5E05-46FF-BAAB-A55ECC33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1910D054-3989-4A4E-B6F3-451F151F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patterns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67E1B03D-D4DD-44AB-8E7D-D5C2C6ED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2E7330DB-742C-4B30-BE4F-DFA2FB99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Refine prompts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42DD0339-8EC0-4FEF-B5CB-152CA20F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7674112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679D616-E656-4054-BFCD-C72952F8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it locally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3EBBFD3-0DDE-48FB-B375-EA6F13DF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Open a terminal in the project folder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Run: npm start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Visit: http://localhost:3000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8699164-2B97-409E-8208-482E15DC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GET STARTED</a:t>
            </a:r>
          </a:p>
        </p:txBody>
      </p:sp>
    </p:spTree>
    <p:extLst>
      <p:ext uri="{BB962C8B-B14F-4D97-AF65-F5344CB8AC3E}">
        <p14:creationId xmlns:p14="http://schemas.microsoft.com/office/powerpoint/2010/main" val="1559266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2026-07-25T06:42:04.8810000Z</dcterms:created>
  <dcterms:modified xsi:type="dcterms:W3CDTF">2026-07-25T06:42:04.8810000Z</dcterms:modified>
</coreProperties>
</file>