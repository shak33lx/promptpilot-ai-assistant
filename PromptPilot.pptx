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F0A394A1-E64A-4A90-AB9D-DDD244849144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PromptPilot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C097787C-30D2-4B23-8F31-7DB7F92341AF}"/>
              </a:ext>
            </a:extLst>
          </p:cNvPr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prompt-engineering project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 assistant + feedback loop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9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3DBC18A9-E8C9-4035-8B46-5A0D5B780979}"/>
              </a:ext>
            </a:extLst>
          </p:cNvPr>
          <p:cNvSpPr>
            <a:spLocks noGrp="1"/>
          </p:cNvSpPr>
          <p:nvPr/>
        </p:nvSpPr>
        <p:spPr>
          <a:xfrm>
            <a:off x="393667" y="392240"/>
            <a:ext cx="2063285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ASSISTANT DEVELOPMENT</a:t>
            </a:r>
          </a:p>
        </p:txBody>
      </p:sp>
    </p:spTree>
    <p:extLst>
      <p:ext uri="{BB962C8B-B14F-4D97-AF65-F5344CB8AC3E}">
        <p14:creationId xmlns:p14="http://schemas.microsoft.com/office/powerpoint/2010/main" val="231117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-Rectangle-5-1">
            <a:extLst>
              <a:ext uri="{FF2B5EF4-FFF2-40B4-BE49-F238E27FC236}">
                <a16:creationId xmlns:a16="http://schemas.microsoft.com/office/drawing/2014/main" id="{4980D8D7-9039-4B18-8A5E-F2AA9267E7A6}"/>
              </a:ext>
            </a:extLst>
          </p:cNvPr>
          <p:cNvSpPr>
            <a:spLocks noGrp="1"/>
          </p:cNvSpPr>
          <p:nvPr/>
        </p:nvSpPr>
        <p:spPr>
          <a:xfrm>
            <a:off x="393668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2" name="Rounded-Rectangle-6-2">
            <a:extLst>
              <a:ext uri="{FF2B5EF4-FFF2-40B4-BE49-F238E27FC236}">
                <a16:creationId xmlns:a16="http://schemas.microsoft.com/office/drawing/2014/main" id="{0897BE06-1536-4A9A-9D09-1BC63BB3C9A8}"/>
              </a:ext>
            </a:extLst>
          </p:cNvPr>
          <p:cNvSpPr>
            <a:spLocks noGrp="1"/>
          </p:cNvSpPr>
          <p:nvPr/>
        </p:nvSpPr>
        <p:spPr>
          <a:xfrm>
            <a:off x="4311682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3" name="Rounded-Rectangle-7-3">
            <a:extLst>
              <a:ext uri="{FF2B5EF4-FFF2-40B4-BE49-F238E27FC236}">
                <a16:creationId xmlns:a16="http://schemas.microsoft.com/office/drawing/2014/main" id="{C5AF0FF9-2F9F-45DD-B125-C409A5D4C6A8}"/>
              </a:ext>
            </a:extLst>
          </p:cNvPr>
          <p:cNvSpPr>
            <a:spLocks noGrp="1"/>
          </p:cNvSpPr>
          <p:nvPr/>
        </p:nvSpPr>
        <p:spPr>
          <a:xfrm>
            <a:off x="8232267" y="3022568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4" name="Slide-Number-Placeholder-1-4">
            <a:extLst>
              <a:ext uri="{FF2B5EF4-FFF2-40B4-BE49-F238E27FC236}">
                <a16:creationId xmlns:a16="http://schemas.microsoft.com/office/drawing/2014/main" id="{58BEE7B4-BD1D-455F-BA1C-E23B81121F97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>
              <a:ext uri="{FF2B5EF4-FFF2-40B4-BE49-F238E27FC236}">
                <a16:creationId xmlns:a16="http://schemas.microsoft.com/office/drawing/2014/main" id="{ED6543D7-46C2-4F0D-AE88-D8B2AF656C3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assistant, four useful ways to help</a:t>
            </a:r>
          </a:p>
        </p:txBody>
      </p:sp>
      <p:sp>
        <p:nvSpPr>
          <p:cNvPr id="6" name="Content-Placeholder-9-6">
            <a:extLst>
              <a:ext uri="{FF2B5EF4-FFF2-40B4-BE49-F238E27FC236}">
                <a16:creationId xmlns:a16="http://schemas.microsoft.com/office/drawing/2014/main" id="{60731CC5-1C7E-407D-BE46-BFD50366016A}"/>
              </a:ext>
            </a:extLst>
          </p:cNvPr>
          <p:cNvSpPr>
            <a:spLocks noGrp="1"/>
          </p:cNvSpPr>
          <p:nvPr/>
        </p:nvSpPr>
        <p:spPr>
          <a:xfrm>
            <a:off x="70237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Answer questions</a:t>
            </a:r>
          </a:p>
        </p:txBody>
      </p:sp>
      <p:sp>
        <p:nvSpPr>
          <p:cNvPr id="7" name="Content-Placeholder-10-7">
            <a:extLst>
              <a:ext uri="{FF2B5EF4-FFF2-40B4-BE49-F238E27FC236}">
                <a16:creationId xmlns:a16="http://schemas.microsoft.com/office/drawing/2014/main" id="{5392FB8D-0BF5-4C06-8787-FAA9E0C6E6EB}"/>
              </a:ext>
            </a:extLst>
          </p:cNvPr>
          <p:cNvSpPr>
            <a:spLocks noGrp="1"/>
          </p:cNvSpPr>
          <p:nvPr/>
        </p:nvSpPr>
        <p:spPr>
          <a:xfrm>
            <a:off x="8541830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&amp; advise</a:t>
            </a:r>
          </a:p>
        </p:txBody>
      </p:sp>
      <p:sp>
        <p:nvSpPr>
          <p:cNvPr id="8" name="Content-Placeholder-11-8">
            <a:extLst>
              <a:ext uri="{FF2B5EF4-FFF2-40B4-BE49-F238E27FC236}">
                <a16:creationId xmlns:a16="http://schemas.microsoft.com/office/drawing/2014/main" id="{18373B1F-F589-4C14-8912-EB9BB8D6B968}"/>
              </a:ext>
            </a:extLst>
          </p:cNvPr>
          <p:cNvSpPr>
            <a:spLocks noGrp="1"/>
          </p:cNvSpPr>
          <p:nvPr/>
        </p:nvSpPr>
        <p:spPr>
          <a:xfrm>
            <a:off x="4621244" y="4900613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Summarize text</a:t>
            </a:r>
          </a:p>
        </p:txBody>
      </p:sp>
      <p:sp>
        <p:nvSpPr>
          <p:cNvPr id="9" name="Content-Placeholder-9-9">
            <a:extLst>
              <a:ext uri="{FF2B5EF4-FFF2-40B4-BE49-F238E27FC236}">
                <a16:creationId xmlns:a16="http://schemas.microsoft.com/office/drawing/2014/main" id="{8909EFDE-3DD0-4C50-A567-685A88086A68}"/>
              </a:ext>
            </a:extLst>
          </p:cNvPr>
          <p:cNvSpPr>
            <a:spLocks noGrp="1"/>
          </p:cNvSpPr>
          <p:nvPr/>
        </p:nvSpPr>
        <p:spPr>
          <a:xfrm>
            <a:off x="70237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Content-Placeholder-9-10">
            <a:extLst>
              <a:ext uri="{FF2B5EF4-FFF2-40B4-BE49-F238E27FC236}">
                <a16:creationId xmlns:a16="http://schemas.microsoft.com/office/drawing/2014/main" id="{90F3D401-8AC1-4BD8-B7DD-27CCC3359851}"/>
              </a:ext>
            </a:extLst>
          </p:cNvPr>
          <p:cNvSpPr>
            <a:spLocks noGrp="1"/>
          </p:cNvSpPr>
          <p:nvPr/>
        </p:nvSpPr>
        <p:spPr>
          <a:xfrm>
            <a:off x="4612958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Content-Placeholder-9-11">
            <a:extLst>
              <a:ext uri="{FF2B5EF4-FFF2-40B4-BE49-F238E27FC236}">
                <a16:creationId xmlns:a16="http://schemas.microsoft.com/office/drawing/2014/main" id="{96370571-7A47-4302-BA3D-39E32AF11C63}"/>
              </a:ext>
            </a:extLst>
          </p:cNvPr>
          <p:cNvSpPr>
            <a:spLocks noGrp="1"/>
          </p:cNvSpPr>
          <p:nvPr/>
        </p:nvSpPr>
        <p:spPr>
          <a:xfrm>
            <a:off x="8562404" y="3429000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Content-Placeholder-15-12">
            <a:extLst>
              <a:ext uri="{FF2B5EF4-FFF2-40B4-BE49-F238E27FC236}">
                <a16:creationId xmlns:a16="http://schemas.microsoft.com/office/drawing/2014/main" id="{559143D7-81C7-4AE0-ACAA-641A4C38F3EF}"/>
              </a:ext>
            </a:extLst>
          </p:cNvPr>
          <p:cNvSpPr>
            <a:spLocks noGrp="1"/>
          </p:cNvSpPr>
          <p:nvPr/>
        </p:nvSpPr>
        <p:spPr>
          <a:xfrm>
            <a:off x="393668" y="1138333"/>
            <a:ext cx="11404568" cy="159943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FUNCTIONS</a:t>
            </a: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PromptPilot offers four clear modes so the user can choose the response style before writing a request.</a:t>
            </a:r>
          </a:p>
        </p:txBody>
      </p:sp>
    </p:spTree>
    <p:extLst>
      <p:ext uri="{BB962C8B-B14F-4D97-AF65-F5344CB8AC3E}">
        <p14:creationId xmlns:p14="http://schemas.microsoft.com/office/powerpoint/2010/main" val="222494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-Shape-532-p58-2">
            <a:extLst>
              <a:ext uri="{FF2B5EF4-FFF2-40B4-BE49-F238E27FC236}">
                <a16:creationId xmlns:a16="http://schemas.microsoft.com/office/drawing/2014/main" id="{12E65ABF-5BEE-40DE-B349-283C37731981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D164E027-6681-4746-8D76-5C5CD08626E7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 design: three approaches for each function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DC984EF5-DCE9-4B16-B2B3-38DDA3FE1950}"/>
              </a:ext>
            </a:extLst>
          </p:cNvPr>
          <p:cNvSpPr>
            <a:spLocks noGrp="1"/>
          </p:cNvSpPr>
          <p:nvPr/>
        </p:nvSpPr>
        <p:spPr>
          <a:xfrm>
            <a:off x="393668" y="1722406"/>
            <a:ext cx="5537168" cy="8651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Prompt styles are selectable in the interface, so users can choose an answer that fits their goal.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05903194-C18B-4664-910A-7A20CD46A9A3}"/>
              </a:ext>
            </a:extLst>
          </p:cNvPr>
          <p:cNvSpPr>
            <a:spLocks noGrp="1"/>
          </p:cNvSpPr>
          <p:nvPr/>
        </p:nvSpPr>
        <p:spPr>
          <a:xfrm>
            <a:off x="7886700" y="29902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Quick fact</a:t>
            </a:r>
          </a:p>
        </p:txBody>
      </p:sp>
      <p:sp>
        <p:nvSpPr>
          <p:cNvPr id="5" name="Google-Shape-340-p61-6">
            <a:extLst>
              <a:ext uri="{FF2B5EF4-FFF2-40B4-BE49-F238E27FC236}">
                <a16:creationId xmlns:a16="http://schemas.microsoft.com/office/drawing/2014/main" id="{93D4BF99-1811-40FA-AA66-03F98DCD84DC}"/>
              </a:ext>
            </a:extLst>
          </p:cNvPr>
          <p:cNvSpPr>
            <a:spLocks noGrp="1"/>
          </p:cNvSpPr>
          <p:nvPr/>
        </p:nvSpPr>
        <p:spPr>
          <a:xfrm>
            <a:off x="7507700" y="30151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6" name="TextBox-11-7">
            <a:extLst>
              <a:ext uri="{FF2B5EF4-FFF2-40B4-BE49-F238E27FC236}">
                <a16:creationId xmlns:a16="http://schemas.microsoft.com/office/drawing/2014/main" id="{58179654-12A3-47F1-968A-FF244A14204C}"/>
              </a:ext>
            </a:extLst>
          </p:cNvPr>
          <p:cNvSpPr>
            <a:spLocks noGrp="1"/>
          </p:cNvSpPr>
          <p:nvPr/>
        </p:nvSpPr>
        <p:spPr>
          <a:xfrm>
            <a:off x="393668" y="2990279"/>
            <a:ext cx="5537168" cy="28846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task includes three prompt variations. They change length, tone, structure, and level of detail while keeping the core purpose clear.</a:t>
            </a: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Examples: question prompts can be quick, beginner-friendly, or study-focused; summary prompts can be brief, structured, or note-based.</a:t>
            </a:r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B51B4805-88D4-40C9-A3FE-BBA68D64CFF5}"/>
              </a:ext>
            </a:extLst>
          </p:cNvPr>
          <p:cNvSpPr>
            <a:spLocks noGrp="1"/>
          </p:cNvSpPr>
          <p:nvPr/>
        </p:nvSpPr>
        <p:spPr>
          <a:xfrm>
            <a:off x="7886700" y="35998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 simply</a:t>
            </a:r>
          </a:p>
        </p:txBody>
      </p:sp>
      <p:sp>
        <p:nvSpPr>
          <p:cNvPr id="8" name="Google-Shape-340-p61-9">
            <a:extLst>
              <a:ext uri="{FF2B5EF4-FFF2-40B4-BE49-F238E27FC236}">
                <a16:creationId xmlns:a16="http://schemas.microsoft.com/office/drawing/2014/main" id="{465D23B6-FBCE-4027-A0C8-E2EB9DA4ABB7}"/>
              </a:ext>
            </a:extLst>
          </p:cNvPr>
          <p:cNvSpPr>
            <a:spLocks noGrp="1"/>
          </p:cNvSpPr>
          <p:nvPr/>
        </p:nvSpPr>
        <p:spPr>
          <a:xfrm>
            <a:off x="7507700" y="36247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9" name="Content-Placeholder-10-10">
            <a:extLst>
              <a:ext uri="{FF2B5EF4-FFF2-40B4-BE49-F238E27FC236}">
                <a16:creationId xmlns:a16="http://schemas.microsoft.com/office/drawing/2014/main" id="{E24261F0-1D7C-4D6B-9894-3DA01E3842E4}"/>
              </a:ext>
            </a:extLst>
          </p:cNvPr>
          <p:cNvSpPr>
            <a:spLocks noGrp="1"/>
          </p:cNvSpPr>
          <p:nvPr/>
        </p:nvSpPr>
        <p:spPr>
          <a:xfrm>
            <a:off x="7886700" y="4214813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Study answer</a:t>
            </a:r>
          </a:p>
        </p:txBody>
      </p:sp>
      <p:sp>
        <p:nvSpPr>
          <p:cNvPr id="10" name="Google-Shape-340-p61-11">
            <a:extLst>
              <a:ext uri="{FF2B5EF4-FFF2-40B4-BE49-F238E27FC236}">
                <a16:creationId xmlns:a16="http://schemas.microsoft.com/office/drawing/2014/main" id="{18ED10A6-E84A-4D8F-A7BD-CC0872D7D1AA}"/>
              </a:ext>
            </a:extLst>
          </p:cNvPr>
          <p:cNvSpPr>
            <a:spLocks noGrp="1"/>
          </p:cNvSpPr>
          <p:nvPr/>
        </p:nvSpPr>
        <p:spPr>
          <a:xfrm>
            <a:off x="7507700" y="42395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1" name="Content-Placeholder-10-12">
            <a:extLst>
              <a:ext uri="{FF2B5EF4-FFF2-40B4-BE49-F238E27FC236}">
                <a16:creationId xmlns:a16="http://schemas.microsoft.com/office/drawing/2014/main" id="{31F89F05-57FD-4235-AD9B-F8B999AC610B}"/>
              </a:ext>
            </a:extLst>
          </p:cNvPr>
          <p:cNvSpPr>
            <a:spLocks noGrp="1"/>
          </p:cNvSpPr>
          <p:nvPr/>
        </p:nvSpPr>
        <p:spPr>
          <a:xfrm>
            <a:off x="7886700" y="4824317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Brief summary</a:t>
            </a:r>
          </a:p>
        </p:txBody>
      </p:sp>
      <p:sp>
        <p:nvSpPr>
          <p:cNvPr id="12" name="Google-Shape-340-p61-13">
            <a:extLst>
              <a:ext uri="{FF2B5EF4-FFF2-40B4-BE49-F238E27FC236}">
                <a16:creationId xmlns:a16="http://schemas.microsoft.com/office/drawing/2014/main" id="{26245360-33BA-45EE-8D73-46F7CDDC8EF2}"/>
              </a:ext>
            </a:extLst>
          </p:cNvPr>
          <p:cNvSpPr>
            <a:spLocks noGrp="1"/>
          </p:cNvSpPr>
          <p:nvPr/>
        </p:nvSpPr>
        <p:spPr>
          <a:xfrm>
            <a:off x="7507700" y="48491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3" name="Content-Placeholder-10-14">
            <a:extLst>
              <a:ext uri="{FF2B5EF4-FFF2-40B4-BE49-F238E27FC236}">
                <a16:creationId xmlns:a16="http://schemas.microsoft.com/office/drawing/2014/main" id="{EEC98815-CC54-4AFA-97CC-3C3DFB3B46E7}"/>
              </a:ext>
            </a:extLst>
          </p:cNvPr>
          <p:cNvSpPr>
            <a:spLocks noGrp="1"/>
          </p:cNvSpPr>
          <p:nvPr/>
        </p:nvSpPr>
        <p:spPr>
          <a:xfrm>
            <a:off x="7886700" y="5446681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Action plan</a:t>
            </a:r>
          </a:p>
        </p:txBody>
      </p:sp>
      <p:sp>
        <p:nvSpPr>
          <p:cNvPr id="14" name="Google-Shape-340-p61-15">
            <a:extLst>
              <a:ext uri="{FF2B5EF4-FFF2-40B4-BE49-F238E27FC236}">
                <a16:creationId xmlns:a16="http://schemas.microsoft.com/office/drawing/2014/main" id="{53173B52-E504-42FF-858F-B6AB61CDD495}"/>
              </a:ext>
            </a:extLst>
          </p:cNvPr>
          <p:cNvSpPr>
            <a:spLocks noGrp="1"/>
          </p:cNvSpPr>
          <p:nvPr/>
        </p:nvSpPr>
        <p:spPr>
          <a:xfrm>
            <a:off x="7507700" y="5471541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48056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89482977-B587-4CA1-8919-CF8386908488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4995F198-7FC1-4CA0-9BFA-79B667554C87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to use PromptPilot</a:t>
            </a: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3A9C7E01-1C4C-4CD3-AB66-07E6A4F69359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69390E8C-E33D-4DB2-BDB1-8FF6357A40AF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4A75844F-BC4F-428C-B98B-7BAC69479DB5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65C2377F-E5D0-48A1-B913-5DE1AF8EAB5C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3E743039-EA00-4B17-AF12-176DDE526606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AAD957C6-A891-4411-A6F5-88B6B640D051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E103C3C6-9667-4A26-962F-406990BF2C7E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prompt style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Pick one of the three prompt approaches for the response you want.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188C385B-F75F-463A-9987-C05A200015A2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a task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 Answer, Summarize, Create, or Advise from the task menu.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DFBC8664-3DCB-45B5-9F45-F83E9556CC02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Write &amp; submit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Enter a request, click Ask PromptPilot, and read the response panel.</a:t>
            </a:r>
          </a:p>
        </p:txBody>
      </p:sp>
    </p:spTree>
    <p:extLst>
      <p:ext uri="{BB962C8B-B14F-4D97-AF65-F5344CB8AC3E}">
        <p14:creationId xmlns:p14="http://schemas.microsoft.com/office/powerpoint/2010/main" val="1066842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-Shape-532-p58-2">
            <a:extLst>
              <a:ext uri="{FF2B5EF4-FFF2-40B4-BE49-F238E27FC236}">
                <a16:creationId xmlns:a16="http://schemas.microsoft.com/office/drawing/2014/main" id="{9AF1FA2F-AF93-40D7-973C-5C13D09D9A76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9AB19224-E3C9-4DDB-B7E1-2B757D23E66F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Feedback turns responses into a learning loop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F6FBA582-1C76-47C0-837F-DEDDFBC3E4C7}"/>
              </a:ext>
            </a:extLst>
          </p:cNvPr>
          <p:cNvSpPr>
            <a:spLocks noGrp="1"/>
          </p:cNvSpPr>
          <p:nvPr/>
        </p:nvSpPr>
        <p:spPr>
          <a:xfrm>
            <a:off x="393668" y="1722406"/>
            <a:ext cx="5537168" cy="8651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After every response, users can say whether it was helpful.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BD2DEBBB-6692-4A81-813D-770F19631154}"/>
              </a:ext>
            </a:extLst>
          </p:cNvPr>
          <p:cNvSpPr>
            <a:spLocks noGrp="1"/>
          </p:cNvSpPr>
          <p:nvPr/>
        </p:nvSpPr>
        <p:spPr>
          <a:xfrm>
            <a:off x="7886700" y="29902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Yes, helpful</a:t>
            </a:r>
          </a:p>
        </p:txBody>
      </p:sp>
      <p:sp>
        <p:nvSpPr>
          <p:cNvPr id="5" name="Google-Shape-340-p61-6">
            <a:extLst>
              <a:ext uri="{FF2B5EF4-FFF2-40B4-BE49-F238E27FC236}">
                <a16:creationId xmlns:a16="http://schemas.microsoft.com/office/drawing/2014/main" id="{73B8B4E9-3A2C-4349-85B6-D0D72726D7AA}"/>
              </a:ext>
            </a:extLst>
          </p:cNvPr>
          <p:cNvSpPr>
            <a:spLocks noGrp="1"/>
          </p:cNvSpPr>
          <p:nvPr/>
        </p:nvSpPr>
        <p:spPr>
          <a:xfrm>
            <a:off x="7507700" y="30151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6" name="TextBox-11-7">
            <a:extLst>
              <a:ext uri="{FF2B5EF4-FFF2-40B4-BE49-F238E27FC236}">
                <a16:creationId xmlns:a16="http://schemas.microsoft.com/office/drawing/2014/main" id="{D0030BE2-B769-434E-AED9-7401088CAC4E}"/>
              </a:ext>
            </a:extLst>
          </p:cNvPr>
          <p:cNvSpPr>
            <a:spLocks noGrp="1"/>
          </p:cNvSpPr>
          <p:nvPr/>
        </p:nvSpPr>
        <p:spPr>
          <a:xfrm>
            <a:off x="393668" y="2990279"/>
            <a:ext cx="5537168" cy="28846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app records Yes/Not yet feedback with the selected function, original request, and response. This creates evidence for improving a prompt style.</a:t>
            </a: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When a response is not helpful, users can try another prompt style. The guide encourages refining specificity, format, and context.</a:t>
            </a:r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6EB99A0C-5618-434B-ADFB-576C58A47AF7}"/>
              </a:ext>
            </a:extLst>
          </p:cNvPr>
          <p:cNvSpPr>
            <a:spLocks noGrp="1"/>
          </p:cNvSpPr>
          <p:nvPr/>
        </p:nvSpPr>
        <p:spPr>
          <a:xfrm>
            <a:off x="7886700" y="35998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 yet</a:t>
            </a:r>
          </a:p>
        </p:txBody>
      </p:sp>
      <p:sp>
        <p:nvSpPr>
          <p:cNvPr id="8" name="Google-Shape-340-p61-9">
            <a:extLst>
              <a:ext uri="{FF2B5EF4-FFF2-40B4-BE49-F238E27FC236}">
                <a16:creationId xmlns:a16="http://schemas.microsoft.com/office/drawing/2014/main" id="{17CC3DED-95EF-4461-AE92-62258AE888DB}"/>
              </a:ext>
            </a:extLst>
          </p:cNvPr>
          <p:cNvSpPr>
            <a:spLocks noGrp="1"/>
          </p:cNvSpPr>
          <p:nvPr/>
        </p:nvSpPr>
        <p:spPr>
          <a:xfrm>
            <a:off x="7507700" y="36247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9" name="Content-Placeholder-10-10">
            <a:extLst>
              <a:ext uri="{FF2B5EF4-FFF2-40B4-BE49-F238E27FC236}">
                <a16:creationId xmlns:a16="http://schemas.microsoft.com/office/drawing/2014/main" id="{A540864E-E0E3-4A39-AE44-F8B4DE5FE375}"/>
              </a:ext>
            </a:extLst>
          </p:cNvPr>
          <p:cNvSpPr>
            <a:spLocks noGrp="1"/>
          </p:cNvSpPr>
          <p:nvPr/>
        </p:nvSpPr>
        <p:spPr>
          <a:xfrm>
            <a:off x="7886700" y="4214813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Record feedback</a:t>
            </a:r>
          </a:p>
        </p:txBody>
      </p:sp>
      <p:sp>
        <p:nvSpPr>
          <p:cNvPr id="10" name="Google-Shape-340-p61-11">
            <a:extLst>
              <a:ext uri="{FF2B5EF4-FFF2-40B4-BE49-F238E27FC236}">
                <a16:creationId xmlns:a16="http://schemas.microsoft.com/office/drawing/2014/main" id="{96630D52-5E05-46FF-BAAB-A55ECC33ED21}"/>
              </a:ext>
            </a:extLst>
          </p:cNvPr>
          <p:cNvSpPr>
            <a:spLocks noGrp="1"/>
          </p:cNvSpPr>
          <p:nvPr/>
        </p:nvSpPr>
        <p:spPr>
          <a:xfrm>
            <a:off x="7507700" y="42395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1" name="Content-Placeholder-10-12">
            <a:extLst>
              <a:ext uri="{FF2B5EF4-FFF2-40B4-BE49-F238E27FC236}">
                <a16:creationId xmlns:a16="http://schemas.microsoft.com/office/drawing/2014/main" id="{1910D054-3989-4A4E-B6F3-451F151FDC91}"/>
              </a:ext>
            </a:extLst>
          </p:cNvPr>
          <p:cNvSpPr>
            <a:spLocks noGrp="1"/>
          </p:cNvSpPr>
          <p:nvPr/>
        </p:nvSpPr>
        <p:spPr>
          <a:xfrm>
            <a:off x="7886700" y="4824317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patterns</a:t>
            </a:r>
          </a:p>
        </p:txBody>
      </p:sp>
      <p:sp>
        <p:nvSpPr>
          <p:cNvPr id="12" name="Google-Shape-340-p61-13">
            <a:extLst>
              <a:ext uri="{FF2B5EF4-FFF2-40B4-BE49-F238E27FC236}">
                <a16:creationId xmlns:a16="http://schemas.microsoft.com/office/drawing/2014/main" id="{67E1B03D-D4DD-44AB-8E7D-D5C2C6EDB1FC}"/>
              </a:ext>
            </a:extLst>
          </p:cNvPr>
          <p:cNvSpPr>
            <a:spLocks noGrp="1"/>
          </p:cNvSpPr>
          <p:nvPr/>
        </p:nvSpPr>
        <p:spPr>
          <a:xfrm>
            <a:off x="7507700" y="48491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3" name="Content-Placeholder-10-14">
            <a:extLst>
              <a:ext uri="{FF2B5EF4-FFF2-40B4-BE49-F238E27FC236}">
                <a16:creationId xmlns:a16="http://schemas.microsoft.com/office/drawing/2014/main" id="{2E7330DB-742C-4B30-BE4F-DFA2FB9997E6}"/>
              </a:ext>
            </a:extLst>
          </p:cNvPr>
          <p:cNvSpPr>
            <a:spLocks noGrp="1"/>
          </p:cNvSpPr>
          <p:nvPr/>
        </p:nvSpPr>
        <p:spPr>
          <a:xfrm>
            <a:off x="7886700" y="5446681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Refine prompts</a:t>
            </a:r>
          </a:p>
        </p:txBody>
      </p:sp>
      <p:sp>
        <p:nvSpPr>
          <p:cNvPr id="14" name="Google-Shape-340-p61-15">
            <a:extLst>
              <a:ext uri="{FF2B5EF4-FFF2-40B4-BE49-F238E27FC236}">
                <a16:creationId xmlns:a16="http://schemas.microsoft.com/office/drawing/2014/main" id="{42DD0339-8EC0-4FEF-B5CB-152CA20F1FCD}"/>
              </a:ext>
            </a:extLst>
          </p:cNvPr>
          <p:cNvSpPr>
            <a:spLocks noGrp="1"/>
          </p:cNvSpPr>
          <p:nvPr/>
        </p:nvSpPr>
        <p:spPr>
          <a:xfrm>
            <a:off x="7507700" y="5471541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7674112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DocSecurity>0</DocSecurity>
  <PresentationFormat>Widescreen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Mohamed Shakeel</cp:lastModifiedBy>
  <cp:revision>1</cp:revision>
  <dcterms:created xsi:type="dcterms:W3CDTF">2026-07-25T06:42:04Z</dcterms:created>
  <dcterms:modified xsi:type="dcterms:W3CDTF">2026-07-25T17:03:45Z</dcterms:modified>
</cp:coreProperties>
</file>